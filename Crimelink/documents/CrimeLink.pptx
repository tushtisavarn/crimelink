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Merriweather" charset="0"/>
      <p:regular r:id="rId13"/>
      <p:bold r:id="rId14"/>
      <p:italic r:id="rId15"/>
      <p:boldItalic r:id="rId16"/>
    </p:embeddedFont>
    <p:embeddedFont>
      <p:font typeface="Roboto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658" y="-72"/>
      </p:cViewPr>
      <p:guideLst>
        <p:guide orient="horz" pos="1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f90b9073e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f90b9073e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f90b9073e_1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f90b9073e_1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f90b9073e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f90b9073e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f90b9073e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f90b9073e_3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f90b9073e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f90b9073e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f90b9073e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f90b9073e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f90b9073e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f90b9073e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f90b9073e_3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f90b9073e_3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f90b9073e_1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f90b9073e_1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8064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483"/>
              <a:buFont typeface="Arial"/>
              <a:buNone/>
            </a:pPr>
            <a:r>
              <a:rPr lang="en-GB" sz="3100" b="1" u="sng">
                <a:latin typeface="Times New Roman"/>
                <a:ea typeface="Times New Roman"/>
                <a:cs typeface="Times New Roman"/>
                <a:sym typeface="Times New Roman"/>
              </a:rPr>
              <a:t>Project title:-CrimeLink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35483"/>
              <a:buFont typeface="Arial"/>
              <a:buNone/>
            </a:pPr>
            <a:r>
              <a:rPr lang="en-GB" sz="3100" b="1" u="sng">
                <a:latin typeface="Times New Roman"/>
                <a:ea typeface="Times New Roman"/>
                <a:cs typeface="Times New Roman"/>
                <a:sym typeface="Times New Roman"/>
              </a:rPr>
              <a:t>(Online Crime Reporting Platform)</a:t>
            </a:r>
            <a:endParaRPr sz="3100"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2375535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GB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BCA 6th Semester Group Project(Group 8)</a:t>
            </a:r>
            <a:endParaRPr sz="2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895725" y="3619500"/>
            <a:ext cx="4581600" cy="115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Nihira Sinha (2212427)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Sanya Bhardwaj(2212451)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Shruti Kumari(2212464)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Tushti Savarn(2212478)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download 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169" y="204355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Manual crime reporting is slow, inefficient, and lacks transparency.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CrimeLink provides an online platform to report crimes, upload evidence, and track case progress.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Crime reporting today faces significant challenges. Manual processes often lead to delays, inefficiencies, and a lack of transparency, making it difficult for victims and witnesses to report incidents effectively.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-GB" sz="1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CrimeLink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addresses these issues by offering a secure and user-friendly online platform. It allows individuals to report crimes, upload evidence, and track case progress in real-time. By streamlining the reporting process, CrimeLink enhances accessibility, improves response times, and ensures greater transparency in the justice system.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750850" y="2411025"/>
            <a:ext cx="2424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61025" y="1472375"/>
            <a:ext cx="8520600" cy="3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Who will use it?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GB" sz="1700" b="1">
                <a:latin typeface="Times New Roman"/>
                <a:ea typeface="Times New Roman"/>
                <a:cs typeface="Times New Roman"/>
                <a:sym typeface="Times New Roman"/>
              </a:rPr>
              <a:t>Citizens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: Report crimes, submit evidence, and access emergency SOS.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GB" sz="1700" b="1">
                <a:latin typeface="Times New Roman"/>
                <a:ea typeface="Times New Roman"/>
                <a:cs typeface="Times New Roman"/>
                <a:sym typeface="Times New Roman"/>
              </a:rPr>
              <a:t>Police Officers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: Monitor reports, verify evidence, and track cases in real time.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 does it do?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GB" sz="17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Online Crime Reporting</a:t>
            </a:r>
            <a:r>
              <a:rPr lang="en-GB" sz="17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Users can file complaints digitally.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GB" sz="17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Evidence Submission</a:t>
            </a:r>
            <a:r>
              <a:rPr lang="en-GB" sz="17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– Upload images, videos, or documents securely.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GB" sz="17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Real-Time Tracking</a:t>
            </a:r>
            <a:r>
              <a:rPr lang="en-GB" sz="17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– Follow case progress instantly.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System Features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58900" y="1451550"/>
            <a:ext cx="7405200" cy="15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Citizen Dashboard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 :-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Report Crimes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 Submit crime reports with details and evidence.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Track Case Status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 Monitor the progress of submitted reports.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Interact with the Chatbot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 Get assistance for their queries and doubts.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755050" y="2548925"/>
            <a:ext cx="2412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67625" y="3125250"/>
            <a:ext cx="7807800" cy="26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Police Dashboard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View Assigned Cases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 Access and review crime reports allocated to them.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Update Case Statuses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 Modify report progress (e.g., Under Review, In Progress, Closed).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Manage Users and Cases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 Oversee citizen and police accounts.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Access Analytics and System Logs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– Monitor system activity, generate reports, and track performance.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171450" y="1337300"/>
            <a:ext cx="4140300" cy="3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Client-Side Requirements</a:t>
            </a:r>
            <a:endParaRPr sz="1500" b="1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Supported Devices: 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Desktop Computers, Laptops, Smartphones, Tablets. 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Dual-core (Intel i3 or equivalent) or higher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Minimum 2GB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At least 500MB of free space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Resolution: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1024x768 pixels or higher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Speed: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Minimum 2 Mbps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Compatibility:</a:t>
            </a:r>
            <a:r>
              <a:rPr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Chrome, Firefox, Edge, Safari (latest versions)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2"/>
          </p:nvPr>
        </p:nvSpPr>
        <p:spPr>
          <a:xfrm>
            <a:off x="4692025" y="1337300"/>
            <a:ext cx="4140300" cy="36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GB" sz="15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Server-Side Requirements</a:t>
            </a:r>
            <a:endParaRPr sz="1500" b="1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Quad-core (Intel Xeon or AMD Ryzen) or higher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Minimum 8GB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At least 100GB SSD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Minimum 100 Mbps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Support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MySQL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Scanners or Cameras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:Upload scanned documents &amp; photographic evidence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HTML, CSS, JavaScript for UI &amp; interactivity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GB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PHP for server-side scripting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237650" y="162250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 Diagram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8875"/>
            <a:ext cx="8839199" cy="35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Use Case Diagrams (Citizen and Application)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7025"/>
            <a:ext cx="8760875" cy="393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Use Case Diagram (Police and Application)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75" y="1319350"/>
            <a:ext cx="8953500" cy="388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1168975" y="1861536"/>
            <a:ext cx="85206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Sequence Diagrams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5" y="1331000"/>
            <a:ext cx="9038099" cy="39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55025" y="647700"/>
            <a:ext cx="9038100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 (Citizen)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Sequence diagram (Police)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00" y="1298375"/>
            <a:ext cx="9022200" cy="41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On-screen Show (16:9)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Merriweather</vt:lpstr>
      <vt:lpstr>Roboto</vt:lpstr>
      <vt:lpstr>Paradigm</vt:lpstr>
      <vt:lpstr>Project title:-CrimeLink (Online Crime Reporting Platform) </vt:lpstr>
      <vt:lpstr>Introduction   Problem Statement: Manual crime reporting is slow, inefficient, and lacks transparency. Solution: CrimeLink provides an online platform to report crimes, upload evidence, and track case progress. Crime reporting today faces significant challenges. Manual processes often lead to delays, inefficiencies, and a lack of transparency, making it difficult for victims and witnesses to report incidents effectively. CrimeLink addresses these issues by offering a secure and user-friendly online platform. It allows individuals to report crimes, upload evidence, and track case progress in real-time. By streamlining the reporting process, CrimeLink enhances accessibility, improves response times, and ensures greater transparency in the justice system.        </vt:lpstr>
      <vt:lpstr>Project Scope</vt:lpstr>
      <vt:lpstr>System Features</vt:lpstr>
      <vt:lpstr>System Architecture</vt:lpstr>
      <vt:lpstr>ER Diagram</vt:lpstr>
      <vt:lpstr>Use Case Diagrams (Citizen and Application) </vt:lpstr>
      <vt:lpstr>Use Case Diagram (Police and Application)</vt:lpstr>
      <vt:lpstr>Sequence Diagrams</vt:lpstr>
      <vt:lpstr>Sequence diagram (Police)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title:-CrimeLink (Online Crime Reporting Platform) </dc:title>
  <cp:lastModifiedBy>Tushti Savarn</cp:lastModifiedBy>
  <cp:revision>1</cp:revision>
  <dcterms:modified xsi:type="dcterms:W3CDTF">2025-02-09T19:42:11Z</dcterms:modified>
</cp:coreProperties>
</file>